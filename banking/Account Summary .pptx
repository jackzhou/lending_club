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57" r:id="rId4"/>
    <p:sldId id="258" r:id="rId5"/>
    <p:sldId id="259" r:id="rId6"/>
    <p:sldId id="261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99" d="100"/>
          <a:sy n="99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CE554-8F7F-DF00-832C-C1168326BC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4D08E1-BA76-658A-E1D8-483AE4643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1B31D8-DE38-0300-C7A8-AE71BFF21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3A160-19C7-E946-AE77-93F44E6E931D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142F64-499C-82FC-A798-A73E8E872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C9E248-4778-8D46-250A-1E10AAC25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85CD-7DD1-BC45-B3B0-ADCA58A31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880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B7897-E3CD-E7ED-4765-62483A98C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870589-8BD6-3D1C-B7C1-CD9D272C21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71BC4-8AC5-61F7-BF90-66B9FDF1C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3A160-19C7-E946-AE77-93F44E6E931D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B72847-CD5E-1CDF-C23E-0BF0D5D61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59A77-A109-C816-1859-1E1B1FA06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85CD-7DD1-BC45-B3B0-ADCA58A31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190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11591-E718-1FD5-FCBF-DB51AEA2B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302161-F720-D1F3-BA72-E6D985475C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D585B-5308-F0B2-0ECC-12C64D9E0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3A160-19C7-E946-AE77-93F44E6E931D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A935C9-E80E-BD4B-D343-8ACCCA61F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5842E-11A0-8608-81FE-94AA86F8F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85CD-7DD1-BC45-B3B0-ADCA58A31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918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64EB2-C3F7-E76F-6DD3-26C9D904B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A3CD46-2121-947F-E30C-6F0A4B0C22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E4655-1416-8841-9177-51D4205CA9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970C7B-24E8-E088-C255-530004611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3A160-19C7-E946-AE77-93F44E6E931D}" type="datetimeFigureOut">
              <a:rPr lang="en-US" smtClean="0"/>
              <a:t>4/19/26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2BB2BE-BA8A-5265-D780-F5D606C54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53E9E4-DE12-9FA3-686B-41FB8997F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85CD-7DD1-BC45-B3B0-ADCA58A31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933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FB1A8-EBED-0D47-8892-62BBB34B6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BFC121-F2F1-76D8-C15D-C859D89C7C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CF67F7-826C-47B7-27D4-23FA960DA4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267FE2-C469-F1A2-CB5D-012F70669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2CDC38-521A-DFA3-D6F5-F41D327E9F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2AB790-0616-5B68-2563-33DA68AD2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3A160-19C7-E946-AE77-93F44E6E931D}" type="datetimeFigureOut">
              <a:rPr lang="en-US" smtClean="0"/>
              <a:t>4/19/26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EE0C31E-CB85-7D35-E5CE-A65FFA0F9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C53CD2-C0D5-535D-9128-27C7103F7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85CD-7DD1-BC45-B3B0-ADCA58A31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7392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B84A0-D365-2D8E-C3C8-B62B7F6DB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5E47C0-AB34-DF10-875E-EEBC5A8DF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3A160-19C7-E946-AE77-93F44E6E931D}" type="datetimeFigureOut">
              <a:rPr lang="en-US" smtClean="0"/>
              <a:t>4/19/26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A5FDC3-C2D7-04F6-89D9-7C53B501C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435EAE-31C6-E380-50BC-960B08C7E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85CD-7DD1-BC45-B3B0-ADCA58A31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5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D105CD-F52A-EBF1-083A-510EEF8C5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3A160-19C7-E946-AE77-93F44E6E931D}" type="datetimeFigureOut">
              <a:rPr lang="en-US" smtClean="0"/>
              <a:t>4/19/26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081200-23A9-18D0-241B-4C22FC99B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A05127-4943-10D8-41A0-BC646BB20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85CD-7DD1-BC45-B3B0-ADCA58A31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225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ABBD0-1066-E7CD-5990-EAC9B0937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FAD95-C6A7-4672-1EA6-3F733F380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B02EEF-F612-2DE8-C843-9D49E2C584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97D5D2-8599-1001-5479-061DBB2F2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3A160-19C7-E946-AE77-93F44E6E931D}" type="datetimeFigureOut">
              <a:rPr lang="en-US" smtClean="0"/>
              <a:t>4/19/26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BEB0-3D90-5B78-ECE4-C3BC66685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3A42F7-C4B0-30C1-0BC0-D6CB0F52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85CD-7DD1-BC45-B3B0-ADCA58A31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378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37AFC-F242-232F-0929-B9C3DDE72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2616E5-BA14-C0F3-5DD9-5E0422DD88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C63D6E-2EA2-8AD7-3FDB-9824817D0D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8422E8-C6DF-E311-0086-A385E167C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3A160-19C7-E946-AE77-93F44E6E931D}" type="datetimeFigureOut">
              <a:rPr lang="en-US" smtClean="0"/>
              <a:t>4/19/26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0847ED-D857-B557-E7EA-04E8DC5C5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3A39D2-45C7-8F01-5E86-71853CEB8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85CD-7DD1-BC45-B3B0-ADCA58A31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536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EE506-017E-3A19-70FC-6A7B3737D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0AEDDF-76BA-E25B-6F80-A43931BCB2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09A52-9639-E483-376E-CA5E2F075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3A160-19C7-E946-AE77-93F44E6E931D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9B775-29F8-7FC8-CD31-66890615F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8A0A2F-504D-DFAD-5318-1114CC86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85CD-7DD1-BC45-B3B0-ADCA58A31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094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2A832E-C880-AE30-D31E-360BB2881F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B8B9FF-628A-7C17-FD56-DE3AE0707C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CBF835-5C55-F1D8-8A52-E6972B2F1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3A160-19C7-E946-AE77-93F44E6E931D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36004-94CA-9E77-14FB-72B774255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6ADFC-6F27-1538-4458-001E6ADCC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E85CD-7DD1-BC45-B3B0-ADCA58A31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3243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AEB142-204C-7A46-B8ED-F827E34B3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390CB5-6BD2-65F7-F791-C15D64F785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C90DA3-336C-7E90-902E-62EB02DE02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D3A160-19C7-E946-AE77-93F44E6E931D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F33B8-4E3C-98E8-F7D9-6BAD6BD2F6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760D44-7E99-22A6-79DB-B2DD4E20BF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9E85CD-7DD1-BC45-B3B0-ADCA58A31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321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6DA76-43D6-0041-C5D7-68488E2E5E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Account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FD48D-0683-CFB4-31C6-C441675450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 err="1"/>
              <a:t>dbt</a:t>
            </a:r>
            <a:r>
              <a:rPr lang="en-US" b="1" dirty="0"/>
              <a:t> Pipeline Assignment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38127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64CD4-E078-8929-D332-D3E989EFF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Description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A85045-E7C1-288B-BAA6-DCE546DDD4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Build a </a:t>
            </a:r>
            <a:r>
              <a:rPr lang="en-US" dirty="0" err="1"/>
              <a:t>Dagster</a:t>
            </a:r>
            <a:r>
              <a:rPr lang="en-US" dirty="0"/>
              <a:t> and </a:t>
            </a:r>
            <a:r>
              <a:rPr lang="en-US" dirty="0" err="1"/>
              <a:t>dbt</a:t>
            </a:r>
            <a:r>
              <a:rPr lang="en-US" dirty="0"/>
              <a:t> pipeline to process bank account interest.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7E7226-1530-B177-1DBE-7228CD9C8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773" y="2437293"/>
            <a:ext cx="5889402" cy="3874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698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405A7-B515-3EB1-A2A0-E22860E1E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Flow</a:t>
            </a:r>
          </a:p>
        </p:txBody>
      </p:sp>
      <p:pic>
        <p:nvPicPr>
          <p:cNvPr id="5" name="Content Placeholder 4" descr="A close-up of a black background&#10;&#10;AI-generated content may be incorrect.">
            <a:extLst>
              <a:ext uri="{FF2B5EF4-FFF2-40B4-BE49-F238E27FC236}">
                <a16:creationId xmlns:a16="http://schemas.microsoft.com/office/drawing/2014/main" id="{1BD7372C-5ABF-80A4-3037-D5B0F2806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14600" y="2026444"/>
            <a:ext cx="7162800" cy="394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5675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5FBCC-81A7-53BE-8173-E2E27FD93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and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485DA-D015-B36D-09F1-2A21C56AC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docker build --no-cache -t lending-</a:t>
            </a:r>
            <a:r>
              <a:rPr lang="en-US" dirty="0" err="1"/>
              <a:t>dbt</a:t>
            </a:r>
            <a:r>
              <a:rPr lang="en-US" dirty="0"/>
              <a:t> .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docker run --rm -p 3000:3000 --env-file .env lending-</a:t>
            </a:r>
            <a:r>
              <a:rPr lang="en-US" dirty="0" err="1"/>
              <a:t>dbt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7902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3BB41-FBCD-49C0-9E9A-5F3A46C38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Dagster</a:t>
            </a:r>
            <a:r>
              <a:rPr lang="en-US" dirty="0"/>
              <a:t> Workflow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429F54F-7A4B-C8DA-3642-B8BFCB63B2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71821" y="1825625"/>
            <a:ext cx="584835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749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7AF0D-FB65-9276-0504-B90CB5673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 from AWS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7D5A90C-E78C-F5B3-6F83-6087A600A6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12032" y="1825625"/>
            <a:ext cx="856793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692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FD0D2-45BD-F32A-99C3-D4719F8AA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in Databricks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492C407-FA4A-94AC-46A7-D25A45403A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14559"/>
            <a:ext cx="10515600" cy="4173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0053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593</TotalTime>
  <Words>52</Words>
  <Application>Microsoft Macintosh PowerPoint</Application>
  <PresentationFormat>Widescreen</PresentationFormat>
  <Paragraphs>14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Account Summary</vt:lpstr>
      <vt:lpstr>Description </vt:lpstr>
      <vt:lpstr>Data Flow</vt:lpstr>
      <vt:lpstr>Build and Run</vt:lpstr>
      <vt:lpstr>Dagster Workflow</vt:lpstr>
      <vt:lpstr>Input from AWS</vt:lpstr>
      <vt:lpstr>Output in Databricks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Jinyuan Zhou</dc:creator>
  <cp:lastModifiedBy>Jinyuan Zhou</cp:lastModifiedBy>
  <cp:revision>4</cp:revision>
  <dcterms:created xsi:type="dcterms:W3CDTF">2026-04-19T19:26:49Z</dcterms:created>
  <dcterms:modified xsi:type="dcterms:W3CDTF">2026-04-20T05:32:02Z</dcterms:modified>
</cp:coreProperties>
</file>