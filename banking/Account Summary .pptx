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E554-8F7F-DF00-832C-C1168326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D08E1-BA76-658A-E1D8-483AE4643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B31D8-DE38-0300-C7A8-AE71BFF21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42F64-499C-82FC-A798-A73E8E87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9E248-4778-8D46-250A-1E10AAC2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8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7897-E3CD-E7ED-4765-62483A98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0589-8BD6-3D1C-B7C1-CD9D272C2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1BC4-8AC5-61F7-BF90-66B9FDF1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72847-CD5E-1CDF-C23E-0BF0D5D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59A77-A109-C816-1859-1E1B1FA0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90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1591-E718-1FD5-FCBF-DB51AEA2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02161-F720-D1F3-BA72-E6D985475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585B-5308-F0B2-0ECC-12C64D9E0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935C9-E80E-BD4B-D343-8ACCCA6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5842E-11A0-8608-81FE-94AA86F8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1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4EB2-C3F7-E76F-6DD3-26C9D904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3CD46-2121-947F-E30C-6F0A4B0C2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4655-1416-8841-9177-51D4205CA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70C7B-24E8-E088-C255-53000461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BB2BE-BA8A-5265-D780-F5D606C5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3E9E4-DE12-9FA3-686B-41FB8997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3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B1A8-EBED-0D47-8892-62BBB34B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FC121-F2F1-76D8-C15D-C859D89C7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F67F7-826C-47B7-27D4-23FA960DA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267FE2-C469-F1A2-CB5D-012F7066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CDC38-521A-DFA3-D6F5-F41D327E9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AB790-0616-5B68-2563-33DA68AD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0C31E-CB85-7D35-E5CE-A65FFA0F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53CD2-C0D5-535D-9128-27C7103F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3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84A0-D365-2D8E-C3C8-B62B7F6D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E47C0-AB34-DF10-875E-EEBC5A8DF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5FDC3-C2D7-04F6-89D9-7C53B501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35EAE-31C6-E380-50BC-960B08C7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105CD-F52A-EBF1-083A-510EEF8C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81200-23A9-18D0-241B-4C22FC99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05127-4943-10D8-41A0-BC646BB2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25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BBD0-1066-E7CD-5990-EAC9B093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AD95-C6A7-4672-1EA6-3F733F380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02EEF-F612-2DE8-C843-9D49E2C58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7D5D2-8599-1001-5479-061DBB2F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BEB0-3D90-5B78-ECE4-C3BC6668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A42F7-C4B0-30C1-0BC0-D6CB0F52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7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7AFC-F242-232F-0929-B9C3DDE72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616E5-BA14-C0F3-5DD9-5E0422DD8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63D6E-2EA2-8AD7-3FDB-9824817D0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422E8-C6DF-E311-0086-A385E167C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847ED-D857-B557-E7EA-04E8DC5C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A39D2-45C7-8F01-5E86-71853CEB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3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EE506-017E-3A19-70FC-6A7B3737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AEDDF-76BA-E25B-6F80-A43931BCB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09A52-9639-E483-376E-CA5E2F07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9B775-29F8-7FC8-CD31-66890615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A2F-504D-DFAD-5318-1114CC86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9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A832E-C880-AE30-D31E-360BB2881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8B9FF-628A-7C17-FD56-DE3AE0707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BF835-5C55-F1D8-8A52-E6972B2F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6004-94CA-9E77-14FB-72B77425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6ADFC-6F27-1538-4458-001E6ADC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2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EB142-204C-7A46-B8ED-F827E34B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90CB5-6BD2-65F7-F791-C15D64F7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90DA3-336C-7E90-902E-62EB02DE0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3A160-19C7-E946-AE77-93F44E6E931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F33B8-4E3C-98E8-F7D9-6BAD6BD2F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60D44-7E99-22A6-79DB-B2DD4E20B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E85CD-7DD1-BC45-B3B0-ADCA58A3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2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DA76-43D6-0041-C5D7-68488E2E5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Account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FD48D-0683-CFB4-31C6-C441675450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/>
              <a:t>dbt</a:t>
            </a:r>
            <a:r>
              <a:rPr lang="en-US" b="1" dirty="0"/>
              <a:t> Pipeline Assignment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81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05A7-B515-3EB1-A2A0-E22860E1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pic>
        <p:nvPicPr>
          <p:cNvPr id="5" name="Content Placeholder 4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1BD7372C-5ABF-80A4-3037-D5B0F2806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2026444"/>
            <a:ext cx="71628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6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FBCC-81A7-53BE-8173-E2E27FD9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and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485DA-D015-B36D-09F1-2A21C56AC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docker build --no-cache -t lending-</a:t>
            </a:r>
            <a:r>
              <a:rPr lang="en-US" dirty="0" err="1"/>
              <a:t>dbt</a:t>
            </a:r>
            <a:r>
              <a:rPr lang="en-US" dirty="0"/>
              <a:t> 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docker run --rm -p 3000:3000 --env-file .env lending-</a:t>
            </a:r>
            <a:r>
              <a:rPr lang="en-US" dirty="0" err="1"/>
              <a:t>dbt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90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BB41-FBCD-49C0-9E9A-5F3A46C3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Dagster</a:t>
            </a:r>
            <a:r>
              <a:rPr lang="en-US" dirty="0"/>
              <a:t>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29F54F-7A4B-C8DA-3642-B8BFCB63B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821" y="1825625"/>
            <a:ext cx="58483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4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AF0D-FB65-9276-0504-B90CB567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from AWS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D5A90C-E78C-F5B3-6F83-6087A600A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032" y="1825625"/>
            <a:ext cx="85679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9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D0D2-45BD-F32A-99C3-D4719F8A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in Databricks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92C407-FA4A-94AC-46A7-D25A45403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4559"/>
            <a:ext cx="10515600" cy="417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0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38</Words>
  <Application>Microsoft Macintosh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Account Summary</vt:lpstr>
      <vt:lpstr>Data Flow</vt:lpstr>
      <vt:lpstr>Build and Run</vt:lpstr>
      <vt:lpstr>Dagster Workflow</vt:lpstr>
      <vt:lpstr>Input from AWS</vt:lpstr>
      <vt:lpstr>Output in Databricks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Jinyuan Zhou</dc:creator>
  <cp:lastModifiedBy>Jinyuan Zhou</cp:lastModifiedBy>
  <cp:revision>3</cp:revision>
  <dcterms:created xsi:type="dcterms:W3CDTF">2026-04-19T19:26:49Z</dcterms:created>
  <dcterms:modified xsi:type="dcterms:W3CDTF">2026-04-20T05:14:28Z</dcterms:modified>
</cp:coreProperties>
</file>